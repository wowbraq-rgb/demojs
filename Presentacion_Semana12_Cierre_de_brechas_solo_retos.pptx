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13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JÓVENES CREATIVOS 2026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143000"/>
            <a:ext cx="603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16233F"/>
                </a:solidFill>
              </a:rPr>
              <a:t>Día de cierre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16233F"/>
                </a:solidFill>
              </a:rPr>
              <a:t>de brechas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13232" y="27432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B5563"/>
                </a:solidFill>
              </a:rPr>
              <a:t>Presentación para clase · Solo retos y actividades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13232" y="3154680"/>
            <a:ext cx="6949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Sintaxis JS · DOM y eventos · Grid y Tailwind · Sitio estático + deploy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26680" y="841248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9952" y="132588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🟢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🟡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🔴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183880" y="38404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Diagnóstico rápido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+ práctica guiada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13232" y="6144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Duración sugerida: 3 horas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Ruta de la clase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0:00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04672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Check-in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Proyecto + GitHub</a:t>
            </a:r>
            <a:endParaRPr lang="en-US" sz="1070" dirty="0"/>
          </a:p>
        </p:txBody>
      </p:sp>
      <p:sp>
        <p:nvSpPr>
          <p:cNvPr id="9" name="Shape 7"/>
          <p:cNvSpPr/>
          <p:nvPr/>
        </p:nvSpPr>
        <p:spPr>
          <a:xfrm>
            <a:off x="2167128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FF6FF"/>
          </a:solidFill>
          <a:ln w="12700">
            <a:solidFill>
              <a:srgbClr val="1E88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40280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0:15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40280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Semáforo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Padlet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3602736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75888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0:25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75888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Reto 1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Sintaxis JS</a:t>
            </a:r>
            <a:endParaRPr lang="en-US" sz="1070" dirty="0"/>
          </a:p>
        </p:txBody>
      </p:sp>
      <p:sp>
        <p:nvSpPr>
          <p:cNvPr id="15" name="Shape 13"/>
          <p:cNvSpPr/>
          <p:nvPr/>
        </p:nvSpPr>
        <p:spPr>
          <a:xfrm>
            <a:off x="5038344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11496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0:50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111496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Reto 2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DOM y eventos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473952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47104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1:25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47104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Reto 3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Grid + Tailwind</a:t>
            </a:r>
            <a:endParaRPr lang="en-US" sz="1070" dirty="0"/>
          </a:p>
        </p:txBody>
      </p:sp>
      <p:sp>
        <p:nvSpPr>
          <p:cNvPr id="21" name="Shape 19"/>
          <p:cNvSpPr/>
          <p:nvPr/>
        </p:nvSpPr>
        <p:spPr>
          <a:xfrm>
            <a:off x="7909560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FFFBE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982712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1:50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982712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Reto 4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Deploy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345168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18320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2:15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418320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Trivia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Integrador</a:t>
            </a:r>
            <a:endParaRPr lang="en-US" sz="1070" dirty="0"/>
          </a:p>
        </p:txBody>
      </p:sp>
      <p:sp>
        <p:nvSpPr>
          <p:cNvPr id="27" name="Shape 25"/>
          <p:cNvSpPr/>
          <p:nvPr/>
        </p:nvSpPr>
        <p:spPr>
          <a:xfrm>
            <a:off x="10780776" y="1874520"/>
            <a:ext cx="1325880" cy="1188720"/>
          </a:xfrm>
          <a:prstGeom prst="roundRect">
            <a:avLst>
              <a:gd name="adj" fmla="val 6154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853928" y="1984248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2:35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853928" y="2304288"/>
            <a:ext cx="11795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Plan</a:t>
            </a:r>
            <a:endParaRPr lang="en-US" sz="1070" dirty="0"/>
          </a:p>
          <a:p>
            <a:pPr algn="ctr" indent="0" marL="0">
              <a:buNone/>
            </a:pPr>
            <a:r>
              <a:rPr lang="en-US" sz="1070" b="1" dirty="0">
                <a:solidFill>
                  <a:srgbClr val="16233F"/>
                </a:solidFill>
              </a:rPr>
              <a:t>Proyecto</a:t>
            </a:r>
            <a:endParaRPr lang="en-US" sz="1070" dirty="0"/>
          </a:p>
        </p:txBody>
      </p:sp>
      <p:sp>
        <p:nvSpPr>
          <p:cNvPr id="30" name="Text 28"/>
          <p:cNvSpPr/>
          <p:nvPr/>
        </p:nvSpPr>
        <p:spPr>
          <a:xfrm>
            <a:off x="777240" y="38862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</a:rPr>
              <a:t>Regla de uso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22960" y="4343400"/>
            <a:ext cx="1033272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La presentación no muestra soluciones finales.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Cada reto debe resolverse en computador propio o en equipo cercano.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El mentor decide si explica antes del reto según el semáforo de Padlet.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Quien termine rápido pasa a nivel medio o extendido.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Bloque 0 · Check-in de proyecto y GitHub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E88E5">
              <a:alpha val="92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15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Actividad rápida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48640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1. Abre tu repositorio del proyecto.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2. Verifica si subiste los cambios de la sesión anterior.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3. Identifica si tienes algún bloqueo técnico pendiente.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4. Escribe en el Padlet dónde aplicarás lo de hoy en tu proyecto.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812280" y="1920240"/>
            <a:ext cx="434340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76872" y="2048256"/>
            <a:ext cx="401421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No se resuelven problemas largos en este momento. Solo se registra el bloqueo para mentoría.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812280" y="3657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</a:rPr>
              <a:t>Entregable del bloque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812280" y="4096512"/>
            <a:ext cx="44348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Una nota corta con: estado del repositorio + bloqueo + parte del proyecto donde aplicarás la clase.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Bloque 0.5 · Semáforo en Padlet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E88E5">
              <a:alpha val="92000"/>
            </a:srgbClr>
          </a:solidFill>
          <a:ln w="12700">
            <a:solidFill>
              <a:srgbClr val="1E88E5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10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</a:rPr>
              <a:t>Crea 4 columnas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7889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29626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</a:rPr>
              <a:t>Sintaxis JS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66160" y="27889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75888" y="29626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</a:rPr>
              <a:t>DOM y eventos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27889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64808" y="29626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</a:rPr>
              <a:t>Grid y Tailwind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144000" y="2788920"/>
            <a:ext cx="2423160" cy="987552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53728" y="2962656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33F"/>
                </a:solidFill>
              </a:rPr>
              <a:t>Sitio + deploy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33F"/>
                </a:solidFill>
              </a:rPr>
              <a:t>Cada estudiante publica una nota por tema: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77240" y="480060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</a:rPr>
              <a:t>🟢 Lo domino     🟡 Necesito practicar     🔴 No lo entiendo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7909560" y="4160520"/>
            <a:ext cx="324612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74152" y="4288536"/>
            <a:ext cx="291693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Formato sugerido de nota: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Nombre + color + frase corta de dificultad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Reto 1 · Sintaxis JavaScript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Preguntas de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480060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diferencia hay entre let, const y var?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sale con "5" + 3 y por qué?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¿Para qué usarías console.log() en tu proyecto?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89788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Código con errores intencionales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97880" y="2304288"/>
            <a:ext cx="5440680" cy="2651760"/>
          </a:xfrm>
          <a:prstGeom prst="roundRect">
            <a:avLst>
              <a:gd name="adj" fmla="val 2759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459736"/>
            <a:ext cx="5074920" cy="2340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calcularDescuento(precio, porcentaje)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if (porcentaje == "0") return precio;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descuento = precio * porcentaje + "100";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total = precio - descuento;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return total;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console.log(calcularDescuento(50000, 10));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77240" y="4315968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256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Mínimo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67128" y="4416552"/>
            <a:ext cx="3246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Encuentra y corrige los 3 errores marcados. Verifica en consola.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193792"/>
            <a:ext cx="48006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03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67128" y="5294376"/>
            <a:ext cx="32461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Agrega una función nueva, por ejemplo calcularImpuesto().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5193792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5303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Extendido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62088" y="5294376"/>
            <a:ext cx="36118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Valida tipos de entrada con typeof y muestra mensajes claros.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Reto 2 · DOM y eventos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Preguntas de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512064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diferencia hay entre querySelector y querySelectorAll?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pasa si no usas event.preventDefault() en un formulario?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¿Dónde usarías addEventListener en una to-do list?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Reto base: contador de pendientes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2304288"/>
            <a:ext cx="5074920" cy="2331720"/>
          </a:xfrm>
          <a:prstGeom prst="roundRect">
            <a:avLst>
              <a:gd name="adj" fmla="val 3137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2459736"/>
            <a:ext cx="4709160" cy="2020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function actualizarContador() {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const pendientes = document.querySelectorAll(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'.tarea:not(.completada)'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);</a:t>
            </a:r>
            <a:endParaRPr lang="en-US" sz="1080" dirty="0"/>
          </a:p>
          <a:p>
            <a:pPr indent="0" marL="0">
              <a:buNone/>
            </a:pP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document.querySelector('#contador').textContent =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  `Tareas pendientes: ${pendientes.length}`;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777240" y="438912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Mínimo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67128" y="4489704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Implementa el contador y conéctalo a agregar, marcar y eliminar.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77240" y="5266944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76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67128" y="5367528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Agrega filtro para mostrar pendientes o completadas.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63640" y="5266944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376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Extendido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53528" y="5367528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Guarda el estado de la lista en localStorage.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Reto 3 · Grid y Tailwind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Preguntas de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57200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¿Cuándo conviene Flexbox y cuándo Grid?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hace repeat(3, 1fr)?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ventaja tiene Tailwind frente a CSS aparte?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66928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Antes: tarjetas sueltas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669280" y="2304288"/>
            <a:ext cx="5577840" cy="1783080"/>
          </a:xfrm>
          <a:prstGeom prst="roundRect">
            <a:avLst>
              <a:gd name="adj" fmla="val 4103"/>
            </a:avLst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2459736"/>
            <a:ext cx="5212080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&lt;div&gt;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class="bg-white p-4 shadow"&gt;Tarjeta 1&lt;/div&gt;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class="bg-white p-4 shadow"&gt;Tarjeta 2&lt;/div&gt;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&lt;div class="bg-white p-4 shadow"&gt;Tarjeta 3&lt;/div&gt;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E5E7EB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&lt;/div&gt;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669280" y="4343400"/>
            <a:ext cx="5577840" cy="777240"/>
          </a:xfrm>
          <a:prstGeom prst="roundRect">
            <a:avLst>
              <a:gd name="adj" fmla="val 9412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33872" y="4471416"/>
            <a:ext cx="524865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Reto: convierte el contenedor en un grid con Tailwind. No copies una solución: decide qué clases usar.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4315968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425696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Mínimo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67128" y="4416552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Organiza las tarjetas en 3 columnas con separación.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777240" y="5193792"/>
            <a:ext cx="45720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53035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67128" y="5294376"/>
            <a:ext cx="3017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Hazlo responsive: 1 columna en móvil y 3 en pantallas grandes.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806440" y="5349240"/>
            <a:ext cx="54406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54589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Extendido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196328" y="5449824"/>
            <a:ext cx="38862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Combina Grid + Flexbox en un layout con header, sidebar y contenido.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Reto 4 · Sitio estático + deploy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F59E0B">
              <a:alpha val="92000"/>
            </a:srgbClr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25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Preguntas de diagnóstico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68880"/>
            <a:ext cx="4892040" cy="123444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archivos mínimos necesita un sitio estático?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¿Qué diferencia hay entre GitHub Pages y Netlify?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• ¿Tu sitio ya está en un repositorio?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172200" y="19202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Pasos de trabajo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2331720"/>
            <a:ext cx="47548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1. Sube tus cambios al repositorio.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2. Activa GitHub Pages o publica en Netlify.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3. Abre el link público desde otro dispositivo.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4. Revisa si se ven los cambios recientes.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49884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</a:rPr>
              <a:t>Mínimo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67128" y="4489704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Publica en GitHub Pages y verifica que el link cargue.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5266944"/>
            <a:ext cx="498348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76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Medio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67128" y="5367528"/>
            <a:ext cx="34290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Publica o vuelve a publicar en Netlify conectando el repositorio.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5266944"/>
            <a:ext cx="48920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651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53766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Extendido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53528" y="5367528"/>
            <a:ext cx="33375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Resuelve un error de rutas o configura dominio/subdominio.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Reto bonus · API pública con fetch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Opcional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221992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Solo para quien termine rápido y ya conozca promesas, async/await o Node.js.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2880360"/>
            <a:ext cx="10469880" cy="822960"/>
          </a:xfrm>
          <a:prstGeom prst="roundRect">
            <a:avLst>
              <a:gd name="adj" fmla="val 8889"/>
            </a:avLst>
          </a:prstGeom>
          <a:solidFill>
            <a:srgbClr val="FFF7E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3008376"/>
            <a:ext cx="1014069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Objetivo: que tu sitio muestre un dato real de una API pública relacionada con tu proyecto.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7724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Ideas posibles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34840"/>
            <a:ext cx="5120640" cy="13258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Clima actual para una ciudad.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Cotización o tasa de cambio.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Dato público de una API relacionada con el emprendimiento.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Listado simple cargado desde un endpoint público.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492240" y="406908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Condición de entrega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4434840"/>
            <a:ext cx="4389120" cy="1097280"/>
          </a:xfrm>
          <a:prstGeom prst="rect">
            <a:avLst/>
          </a:prstGeom>
          <a:noFill/>
          <a:ln/>
        </p:spPr>
        <p:txBody>
          <a:bodyPr wrap="square" lIns="889" tIns="889" rIns="889" bIns="889" rtlCol="0" anchor="t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Se debe ver el dato en la página.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El dato debe cargarse con JavaScript.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827"/>
                </a:solidFill>
              </a:rPr>
              <a:t>• Debe quedar publicado en el sitio final.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Repaso integrador en equipos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8E5"/>
                </a:solidFill>
              </a:rPr>
              <a:t>Preguntas de trivia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487168"/>
            <a:ext cx="6400800" cy="32004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1. ¿Qué devuelve typeof cuando se aplica sobre un array?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2. ¿Cuál es la diferencia entre .textContent e .innerHTML?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3. ¿Cuántas columnas crea repeat(4, 1fr)?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4. ¿Qué clase de Tailwind usarías para padding de 4 unidades?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5. Si un botón no responde al clic, ¿qué revisarías primero?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</a:rPr>
              <a:t>6. ¿En qué se diferencia publicar en GitHub Pages de Netlify?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43800" y="274320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08392" y="2871216"/>
            <a:ext cx="3236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Regla: cada equipo debe explicar el porqué, no solo decir una respuesta.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543800" y="4251960"/>
            <a:ext cx="3566160" cy="109728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08392" y="4379976"/>
            <a:ext cx="3236976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Si un equipo falla, otro equipo intenta ayudar antes de que intervenga el mentor.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Solo retos · Sin soluciones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94360" y="704088"/>
            <a:ext cx="9784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33F"/>
                </a:solidFill>
              </a:rPr>
              <a:t>Aplicación al proyecto propio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94360" y="138988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58200" y="633679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Semana 12 · Cierre de brechas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2148840" cy="384048"/>
          </a:xfrm>
          <a:prstGeom prst="roundRect">
            <a:avLst>
              <a:gd name="adj" fmla="val 14286"/>
            </a:avLst>
          </a:prstGeom>
          <a:solidFill>
            <a:srgbClr val="10B981">
              <a:alpha val="92000"/>
            </a:srgbClr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173736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 minutos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77240" y="21762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33F"/>
                </a:solidFill>
              </a:rPr>
              <a:t>Responde en tu README o en un comentario del código: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6583680" cy="1920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1. ¿Cuál de los 4 temas de hoy necesito reforzar más?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2. ¿En qué parte específica de mi proyecto voy a aplicar lo repasado?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3. ¿Qué recurso usaré esta semana para practicar esa brecha?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111827"/>
                </a:solidFill>
              </a:rPr>
              <a:t>4. ¿Qué evidencia puedo mostrar en la próxima mentoría?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818120" y="274320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FFF7ED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82712" y="2871216"/>
            <a:ext cx="2962656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11827"/>
                </a:solidFill>
              </a:rPr>
              <a:t>Entregable: mini plan de acción personal para seguir avanzando en el proyecto.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5596128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4B5563"/>
                </a:solidFill>
              </a:rPr>
              <a:t>Meta: salir con un plan concreto, no solo con “repasamos mucho”.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6233F"/>
                </a:solidFill>
              </a:rPr>
              <a:t>Cierre de la sesión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49808" y="1508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</a:rPr>
              <a:t>Reflexión de salida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77240" y="2331720"/>
            <a:ext cx="667512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1. ¿Qué tan preparado te sientes para aplicar estos temas sin ayuda? Escala 1–5.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2. ¿Qué bloque te gustaría repetir con más tiempo?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11827"/>
                </a:solidFill>
              </a:rPr>
              <a:t>3. ¿Qué material te ayudaría más para practicar solo esta semana?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955280" y="1051560"/>
            <a:ext cx="3108960" cy="4480560"/>
          </a:xfrm>
          <a:prstGeom prst="roundRect">
            <a:avLst>
              <a:gd name="adj" fmla="val 3529"/>
            </a:avLst>
          </a:prstGeom>
          <a:solidFill>
            <a:srgbClr val="16233F"/>
          </a:solidFill>
          <a:ln w="12700">
            <a:solidFill>
              <a:srgbClr val="16233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23960" y="1645920"/>
            <a:ext cx="1371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🟢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🟡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dirty="0">
                <a:solidFill>
                  <a:srgbClr val="000000"/>
                </a:solidFill>
              </a:rPr>
              <a:t>🔴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75320" y="4023360"/>
            <a:ext cx="2468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Registrar brechas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para próximas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mentorías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60807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Fin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Jóvenes Creativos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Día de cierre de brechas - Solo retos</dc:title>
  <dc:subject>Semana 12 - Solo retos</dc:subject>
  <dc:creator>OpenAI</dc:creator>
  <cp:lastModifiedBy>OpenAI</cp:lastModifiedBy>
  <cp:revision>1</cp:revision>
  <dcterms:created xsi:type="dcterms:W3CDTF">2026-08-29T15:59:34Z</dcterms:created>
  <dcterms:modified xsi:type="dcterms:W3CDTF">2026-08-29T15:59:34Z</dcterms:modified>
</cp:coreProperties>
</file>